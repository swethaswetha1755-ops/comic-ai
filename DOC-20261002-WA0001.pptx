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Comic Story Creator using Gemini Models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08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Enrollment Confirmation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ComicCraft is a web app that turns a simple story idea into an illustrated comic script using Google Gemini AI.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story idea, genre, characters, art style and number of panels.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writes the plot and returns a clear panel-by-panel script with dialogue in seconds.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comic creation instant and easy for everyone, without needing a writer or artist.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Priority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story and plot generator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Panel-wise dialogue 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story input form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 style and genre options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 consistency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Download comic as PDF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(Future)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image generation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narration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and publish gallery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and illustrating a comic takes time, skill and is not easy for beginners.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ideas often stay incomplete because of writer's block.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writers and artists is costly for students and small creators.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Need: a fast, free and creative AI comic story generator.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Mapping: Problem to Solution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in ComicCraft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Role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Writer's block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 built from a simple idea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 as story writer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scripting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panel-wise format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Structures response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mismatch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details in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names and traits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artist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AI-generated scripts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Describes panel scenes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Collect story idea and style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Send prompt to Gemini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 panel-wise comic script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Regenerate / edit story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554480"/>
            <a:ext cx="3703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Response within a few seconds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Simple, mobile-friendly UI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API key handling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Reliable and easy to maintain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8288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23317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11680" y="18288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11680" y="18288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Form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74720" y="23317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18288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18288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Builder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20640" y="23317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18288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03520" y="18288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233172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182880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82880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Comic Display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idea  →  structured prompt  →  AI response  →  panel-wise comic shown to the user (and back to the user)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Requirements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Laptop / PC, 4 GB RAM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 connection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modern browser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VS Code editor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Node.js / Python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Git &amp; GitHub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AI Studio account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API key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Hosting (Netlify / Vercel)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Used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515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1051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099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7099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70992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368296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3682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3682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(Flash / Pro)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0266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302666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generateContent API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85032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685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6850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Git, Netlify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Design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1: Input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with story idea, genre, characters, art style and panel count. "Create Comic" button.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2: Loading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progress message while Gemini writes the comic story.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188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3: Result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5544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Panel-wise scenes, dialogue and captions with a download / regenerate option.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0972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UI: story form and comic display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Server: validates input, builds prompt, hides API key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347472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3474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model generates the comic story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Idea, research, requirements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78608" y="13716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7860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121408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21408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and story 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42816" y="13716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42816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85616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785616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integration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07024" y="13716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07024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49824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improvements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571232" y="137160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114032" y="256032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demo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Code (Core Logic)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97280"/>
            <a:ext cx="7863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createComic(s){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prompt = `Write a ${s.panels}-panel comic script.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Idea:${s.idea}, Genre:${s.genre},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Characters:${s.chars}, Style:${s.style}`;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 = await fetch(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"https://generativelanguage.googleapis.com/v1beta/models/gemini-2.5-flash:generateContent?key=API_KEY",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{method:"POST",headers:{"Content-Type":"application/json"},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body:JSON.stringify({contents:[{parts:[{text:prompt}]}]})});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 = await r.json();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d.candidates[0].content.parts[0].text;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story and plot from a simple idea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Panel-wise script with dialogue and captions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Genre, character and art style options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clean and mobile-friendly interface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regenerate or edit the story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and accessible to every creator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Open the ComicCraft website.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Enter story idea, genre, characters and style.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Click "Create Comic".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View the AI-generated panel-wise comic story.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Regenerate or change inputs to compare stories.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2026-10-01T07:10:06Z</dcterms:created>
  <dcterms:modified xsi:type="dcterms:W3CDTF">2026-10-01T07:10:06Z</dcterms:modified>
</cp:coreProperties>
</file>